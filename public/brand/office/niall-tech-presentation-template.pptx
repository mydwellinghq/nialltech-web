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3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822960"/>
            <a:ext cx="3291840" cy="921715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22960" y="3200400"/>
            <a:ext cx="1097280" cy="82296"/>
          </a:xfrm>
          <a:prstGeom prst="rect">
            <a:avLst/>
          </a:prstGeom>
          <a:solidFill>
            <a:srgbClr val="146BFF"/>
          </a:solidFill>
          <a:ln/>
        </p:spPr>
      </p:sp>
      <p:sp>
        <p:nvSpPr>
          <p:cNvPr id="4" name="Text 1"/>
          <p:cNvSpPr/>
          <p:nvPr/>
        </p:nvSpPr>
        <p:spPr>
          <a:xfrm>
            <a:off x="822960" y="33832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spc="300" kern="0" dirty="0">
                <a:solidFill>
                  <a:srgbClr val="22C1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Modern IT. Local Expertise.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822960" y="3840480"/>
            <a:ext cx="105156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Presentation Title Goes Here</a:t>
            </a:r>
            <a:endParaRPr lang="en-US" sz="4400" dirty="0"/>
          </a:p>
        </p:txBody>
      </p:sp>
      <p:sp>
        <p:nvSpPr>
          <p:cNvPr id="6" name="Text 3"/>
          <p:cNvSpPr/>
          <p:nvPr/>
        </p:nvSpPr>
        <p:spPr>
          <a:xfrm>
            <a:off x="822960" y="59436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Paul Dent</a:t>
            </a:r>
            <a:pPr indent="0" marL="0">
              <a:buNone/>
            </a:pPr>
            <a:r>
              <a:rPr lang="en-US" sz="1300" dirty="0">
                <a:solidFill>
                  <a:srgbClr val="E5E7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·  Founder / Systems Engineer  ·  nialltech.com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6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731520"/>
            <a:ext cx="1463040" cy="111191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22960" y="2468880"/>
            <a:ext cx="2743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8CB8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6000" dirty="0"/>
          </a:p>
        </p:txBody>
      </p:sp>
      <p:sp>
        <p:nvSpPr>
          <p:cNvPr id="4" name="Text 1"/>
          <p:cNvSpPr/>
          <p:nvPr/>
        </p:nvSpPr>
        <p:spPr>
          <a:xfrm>
            <a:off x="822960" y="347472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Title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822960" y="438912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8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short supporting sentence describing this section of the deck.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457200"/>
            <a:ext cx="2194560" cy="614477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22960" y="1234440"/>
            <a:ext cx="1051560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822960" y="146304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3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Content Slide Title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822960" y="2286000"/>
            <a:ext cx="676656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Managed Microsoft 365 administration and security hardening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Proactive cybersecurity monitoring and endpoint protection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Reliable networking and scalable cloud infrastructure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Day-to-day IT support with genuine local expertise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7955280" y="2286000"/>
            <a:ext cx="3383280" cy="3108960"/>
          </a:xfrm>
          <a:prstGeom prst="roundRect">
            <a:avLst>
              <a:gd name="adj" fmla="val 3529"/>
            </a:avLst>
          </a:prstGeom>
          <a:solidFill>
            <a:srgbClr val="0B1320"/>
          </a:solidFill>
          <a:ln/>
        </p:spPr>
      </p:sp>
      <p:sp>
        <p:nvSpPr>
          <p:cNvPr id="7" name="Text 4"/>
          <p:cNvSpPr/>
          <p:nvPr/>
        </p:nvSpPr>
        <p:spPr>
          <a:xfrm>
            <a:off x="8183880" y="246888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1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Why Niall Tech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8183880" y="2926080"/>
            <a:ext cx="301752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5E7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Secure, reliable and scalable IT for small businesses and organizations — so you can focus on what's next.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822960" y="630936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nialltech.com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3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822960"/>
            <a:ext cx="2926080" cy="81930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22960" y="3108960"/>
            <a:ext cx="10058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Thank you.</a:t>
            </a:r>
            <a:endParaRPr lang="en-US" sz="5200" dirty="0"/>
          </a:p>
        </p:txBody>
      </p:sp>
      <p:sp>
        <p:nvSpPr>
          <p:cNvPr id="4" name="Text 1"/>
          <p:cNvSpPr/>
          <p:nvPr/>
        </p:nvSpPr>
        <p:spPr>
          <a:xfrm>
            <a:off x="822960" y="438912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5E7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(360) 474-7305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  </a:t>
            </a:r>
            <a:pPr indent="0" marL="0">
              <a:buNone/>
            </a:pPr>
            <a:r>
              <a:rPr lang="en-US" sz="1500" dirty="0">
                <a:solidFill>
                  <a:srgbClr val="E5E7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pdent@nialltech.com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  </a:t>
            </a:r>
            <a:pPr indent="0" marL="0">
              <a:buNone/>
            </a:pPr>
            <a:r>
              <a:rPr lang="en-US" sz="1500" dirty="0">
                <a:solidFill>
                  <a:srgbClr val="22C1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nialltech.com</a:t>
            </a:r>
            <a:endParaRPr lang="en-US" sz="1500" dirty="0"/>
          </a:p>
        </p:txBody>
      </p:sp>
      <p:sp>
        <p:nvSpPr>
          <p:cNvPr id="5" name="Shape 2"/>
          <p:cNvSpPr/>
          <p:nvPr/>
        </p:nvSpPr>
        <p:spPr>
          <a:xfrm>
            <a:off x="822960" y="4206240"/>
            <a:ext cx="1097280" cy="64008"/>
          </a:xfrm>
          <a:prstGeom prst="rect">
            <a:avLst/>
          </a:prstGeom>
          <a:solidFill>
            <a:srgbClr val="146BF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Niall Tech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Niall Tech — Presentation Template</dc:title>
  <dc:subject>PptxGenJS Presentation</dc:subject>
  <dc:creator>Niall Tech</dc:creator>
  <cp:lastModifiedBy>Niall Tech</cp:lastModifiedBy>
  <cp:revision>1</cp:revision>
  <dcterms:created xsi:type="dcterms:W3CDTF">2026-08-01T07:53:02Z</dcterms:created>
  <dcterms:modified xsi:type="dcterms:W3CDTF">2026-08-01T07:53:02Z</dcterms:modified>
</cp:coreProperties>
</file>