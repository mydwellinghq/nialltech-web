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3291840" cy="9217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3200400"/>
            <a:ext cx="1097280" cy="82296"/>
          </a:xfrm>
          <a:prstGeom prst="rect">
            <a:avLst/>
          </a:prstGeom>
          <a:solidFill>
            <a:srgbClr val="146BFF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2C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IT. Local Expertise.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 Goes Here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Paul Dent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Founder / Systems Engineer  ·  nialltech.com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6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463040" cy="1111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CB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supporting sentence describing this section of the deck.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2194560" cy="6144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234440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Slide Title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Microsoft 365 administration and security hardening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cybersecurity monitoring and endpoint protection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networking and scalable cloud infrastructure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Day-to-day IT support with genuine local expertise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955280" y="22860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B1320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Niall Tech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83880" y="29260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reliable and scalable IT for small businesses and organizations — so you can focus on what's next.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nialltech.com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926080" cy="8193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 (555) 014-2200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paul@nialltech.com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pPr indent="0" marL="0">
              <a:buNone/>
            </a:pPr>
            <a:r>
              <a:rPr lang="en-US" sz="1500" dirty="0">
                <a:solidFill>
                  <a:srgbClr val="22C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nialltech.com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206240"/>
            <a:ext cx="1097280" cy="64008"/>
          </a:xfrm>
          <a:prstGeom prst="rect">
            <a:avLst/>
          </a:prstGeom>
          <a:solidFill>
            <a:srgbClr val="146B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Niall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Niall Tech — Presentation Template</dc:title>
  <dc:subject>PptxGenJS Presentation</dc:subject>
  <dc:creator>Niall Tech</dc:creator>
  <cp:lastModifiedBy>Niall Tech</cp:lastModifiedBy>
  <cp:revision>1</cp:revision>
  <dcterms:created xsi:type="dcterms:W3CDTF">2026-07-31T19:13:11Z</dcterms:created>
  <dcterms:modified xsi:type="dcterms:W3CDTF">2026-07-31T19:13:11Z</dcterms:modified>
</cp:coreProperties>
</file>